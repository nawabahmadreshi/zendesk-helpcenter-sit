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Zendesk Auto-Sync &amp; Content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seamless bridge between Zendesk Guide and our engineering systems.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The Problem - Disconnected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Duplicated Effort: Managing help documents in Zendesk and forcing manual imports into our web ecosystem is slow and error-prone.</a:t>
            </a:r>
          </a:p>
          <a:p>
            <a:pPr/>
            <a:r>
              <a:t>Stale Content: Updates in Zendesk don't automatically sync to our internal apps.</a:t>
            </a:r>
          </a:p>
          <a:p>
            <a:pPr/>
            <a:r>
              <a:t>Messy Formatting: Copy-pasting HTML from Zendesk breaks our CSS/frontend design with confusing classes and tracking codes.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The Solution - Inline-Help Sync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lightweight, fully automated Python pipeline linking Support to Engineering.</a:t>
            </a:r>
          </a:p>
          <a:p>
            <a:pPr/>
            <a:r>
              <a:t>Runs Automatically: A zero-maintenance cron job fires every 15 minutes.</a:t>
            </a:r>
          </a:p>
          <a:p>
            <a:pPr/>
            <a:r>
              <a:t>Intelligent Filtering: Exclusively exports documents our team has tagged with an 'integration_id_X' label.</a:t>
            </a:r>
          </a:p>
          <a:p>
            <a:pPr/>
            <a:r>
              <a:t>Data Scrubbing: Cleanses all raw Zendesk HTML to strictly fit modern, secure web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Trigger: The script runs silently in the background.</a:t>
            </a:r>
          </a:p>
          <a:p>
            <a:pPr/>
            <a:r>
              <a:t>2. Delta Detection: It checks if tagged articles were actually modified since the last run to save network/API limits.</a:t>
            </a:r>
          </a:p>
          <a:p>
            <a:pPr/>
            <a:r>
              <a:t>3. Extraction &amp; Scrubbing: It strips Zendesk tracking codes and injects standardized HTML IDs onto every heading.</a:t>
            </a:r>
          </a:p>
          <a:p>
            <a:pPr/>
            <a:r>
              <a:t>4. Export: Outputs clean, standalone .html files named by our Integration IDs.</a:t>
            </a:r>
          </a:p>
          <a:p>
            <a:pPr/>
            <a:r>
              <a:t>5. Notification: Fires an alert to our engineering Slack channel with a sync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Key Artifacts Generated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just the raw HTML, the automation generates mapping data for developers:</a:t>
            </a:r>
          </a:p>
          <a:p>
            <a:pPr/>
            <a:r>
              <a:t>'headings.json': A structured mapping of every heading (&lt;h1&gt;...&lt;h6&gt;) for programmable table of contents.</a:t>
            </a:r>
          </a:p>
          <a:p>
            <a:pPr/>
            <a:r>
              <a:t>'headings.xlsx': An Excel sheet tracking all headings AND proactively identifying broken internal references so writers can fix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The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Source of Truth: Writers update content ONCE inside Zendesk.</a:t>
            </a:r>
          </a:p>
          <a:p>
            <a:pPr/>
            <a:r>
              <a:t>Engineering Hours Saved: Developers eliminate manual HTML cleanups and pipeline ingestion.</a:t>
            </a:r>
          </a:p>
          <a:p>
            <a:pPr/>
            <a:r>
              <a:t>Secure &amp; Resilient: Configured safely with .env secrets and fully version controlled.</a:t>
            </a:r>
          </a:p>
          <a:p>
            <a:pPr/>
            <a:r>
              <a:t>Real-Time Visibility: Management and Eng teams get notified in Slack instantly.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